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ABAE7-E8BD-4464-B8BB-695CF1F08A1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A681E-7C6D-40A2-857E-59A1F4D2B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5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[InsideBar1]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A681E-7C6D-40A2-857E-59A1F4D2B4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74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[PriceAction1]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A681E-7C6D-40A2-857E-59A1F4D2B4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7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977A-0CCD-E60C-D20C-9A70A81F6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BF988-D8EF-DFB3-0008-7A6D85624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06733-6917-56B7-0F4B-B40CA212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A6F36-FEC3-0A3B-E7AB-21BA5DA05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520AF-5E74-CE9A-97DB-EED04FF7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6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033D-4052-6D41-8FED-6B3D1942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7F36-F92B-77D0-D870-CECB7529B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7001-6C96-11BB-D5D2-01BE16729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CACEB-C14B-F7B6-BED5-703DC550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28B2F-E940-DEB5-3C4D-073E118D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8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287D-4CA1-EB5F-B8B4-C942BB69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6D6A1-BD0D-406F-2595-8FC7B142A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CAFEC-B41E-6A6C-57E5-EB507CA74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7381-EBEF-CD8C-39CB-2B5EA683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975C-1D85-D9F3-82E8-A218ED36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9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8CFD-8F92-6086-BA9D-F4DAEBAC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2072-A13B-E099-4562-7A862BC9A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E9FC9-7FFB-9C93-D2B0-4878D0B3E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BF838-20A8-93BF-0B2F-17481D69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70E88-AA68-5C85-5D7F-9801B018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3AFFC-DDF7-F5B3-805C-EF755FBC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2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47A9-7079-FEEC-C688-D453B091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6B9CF-8EA2-2381-7E0D-993C3D16E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F99342-62B3-D271-2A30-1427BA1FE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66F-7CF9-6494-BB54-6B4FF4D1C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41C36-2AC6-37FB-5B86-1590A36B5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8C989-D0B0-6809-892A-3E9FAF53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82166-644A-A330-A4C1-CE696642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F7DD7-D638-4C8C-AA36-0054FABC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75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31A8-6095-FE0F-B154-30395E064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89C8E-ABC7-C4B8-B6A6-838791DB4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23201-3D8E-DFD1-6981-CF78DD09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5B52A-8DCE-26CD-72E0-F58ABFB0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4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CD279-53D2-AAB1-8E30-FDB77E72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58B37-C7CE-47EE-9699-A03B9C6A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B96B4-9133-1520-9C81-C63FDEB6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6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8C7AD-D9C1-202B-9034-8D30C0D3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962D-757A-A9E0-C783-6C953AA13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C9941-16C5-E1FA-ED09-A02A39227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A695C-72DB-70CC-A983-7E37B5EF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2170D-0251-3DCE-9D61-A9D18386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66866-2733-5366-60FC-541F69CC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4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2BB9-F453-6DAF-CE93-1E657607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B93055-33D0-7897-5DCB-7B32D844A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61764-474A-13A0-16CF-E702B8F58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475BE-126B-BD9C-A5F4-26398BC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AF825-FCA4-6829-1CA1-7524B841E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7074A-CE9E-A7D6-20E0-FF78EEA7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4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37BB6-9F53-4D20-59B8-682FF86E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0125B-FC01-62BD-E3F0-D2D484CDA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E600-7788-74B6-AE61-72D44657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6BD4F-1809-6792-71FF-3FAF7CF4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BD5AD-FE3C-CB6D-C7F9-743F2DF4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4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71215-B051-6D41-CB7F-DE02AEADB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8F2D2-9FDC-300F-66C8-A8E8BA7B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6A88F-C8A3-B674-B021-3D0880B7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856EA-BEED-A3C4-7431-44FC3FD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20889-2507-7F66-1A06-D47E1F1E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0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8A2D5-76BE-13FF-FA18-2463D736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CE66-7A17-BCE7-3BAC-DEBE75AF3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B61F1-7BC0-C5AF-4EAC-414126369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88FD1-C9F3-103A-FF0B-26CC56EBD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730AF-3249-8179-FD8C-ECA627245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246221-6EFC-48CF-CBA0-E7C1CE9A03ED}"/>
              </a:ext>
            </a:extLst>
          </p:cNvPr>
          <p:cNvCxnSpPr>
            <a:cxnSpLocks/>
          </p:cNvCxnSpPr>
          <p:nvPr/>
        </p:nvCxnSpPr>
        <p:spPr>
          <a:xfrm>
            <a:off x="1167319" y="1524000"/>
            <a:ext cx="0" cy="46109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D813E7-C5B6-9673-D208-995E1A297771}"/>
              </a:ext>
            </a:extLst>
          </p:cNvPr>
          <p:cNvSpPr/>
          <p:nvPr/>
        </p:nvSpPr>
        <p:spPr>
          <a:xfrm>
            <a:off x="966281" y="2029838"/>
            <a:ext cx="395591" cy="35862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F5CEE4-B8FE-8B2F-9AAC-B92870CDAFC1}"/>
              </a:ext>
            </a:extLst>
          </p:cNvPr>
          <p:cNvCxnSpPr>
            <a:cxnSpLocks/>
          </p:cNvCxnSpPr>
          <p:nvPr/>
        </p:nvCxnSpPr>
        <p:spPr>
          <a:xfrm>
            <a:off x="2020111" y="2478238"/>
            <a:ext cx="0" cy="22104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F9814C9-2E36-578A-C8F3-376BC3225C75}"/>
              </a:ext>
            </a:extLst>
          </p:cNvPr>
          <p:cNvSpPr/>
          <p:nvPr/>
        </p:nvSpPr>
        <p:spPr>
          <a:xfrm>
            <a:off x="1819073" y="2697803"/>
            <a:ext cx="395591" cy="14980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5988FD9-3AF9-FD56-8E07-A6442A1E41EF}"/>
              </a:ext>
            </a:extLst>
          </p:cNvPr>
          <p:cNvSpPr/>
          <p:nvPr/>
        </p:nvSpPr>
        <p:spPr>
          <a:xfrm flipV="1">
            <a:off x="2415702" y="2847570"/>
            <a:ext cx="4824432" cy="348956"/>
          </a:xfrm>
          <a:custGeom>
            <a:avLst/>
            <a:gdLst>
              <a:gd name="csX0" fmla="*/ 0 w 2068749"/>
              <a:gd name="csY0" fmla="*/ 862519 h 862519"/>
              <a:gd name="csX1" fmla="*/ 862519 w 2068749"/>
              <a:gd name="csY1" fmla="*/ 0 h 862519"/>
              <a:gd name="csX2" fmla="*/ 2068749 w 2068749"/>
              <a:gd name="csY2" fmla="*/ 0 h 862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68749" h="862519">
                <a:moveTo>
                  <a:pt x="0" y="862519"/>
                </a:moveTo>
                <a:lnTo>
                  <a:pt x="862519" y="0"/>
                </a:lnTo>
                <a:lnTo>
                  <a:pt x="2068749" y="0"/>
                </a:lnTo>
              </a:path>
            </a:pathLst>
          </a:custGeom>
          <a:noFill/>
          <a:ln>
            <a:solidFill>
              <a:schemeClr val="tx1"/>
            </a:solidFill>
            <a:headEnd type="diamon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0205853-F1EC-AAA6-5AB8-B4EE4D28C198}"/>
              </a:ext>
            </a:extLst>
          </p:cNvPr>
          <p:cNvSpPr/>
          <p:nvPr/>
        </p:nvSpPr>
        <p:spPr>
          <a:xfrm>
            <a:off x="966281" y="1524677"/>
            <a:ext cx="6260207" cy="92583"/>
          </a:xfrm>
          <a:custGeom>
            <a:avLst/>
            <a:gdLst>
              <a:gd name="csX0" fmla="*/ 0 w 2818263"/>
              <a:gd name="csY0" fmla="*/ 0 h 0"/>
              <a:gd name="csX1" fmla="*/ 2818263 w 2818263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18263">
                <a:moveTo>
                  <a:pt x="0" y="0"/>
                </a:moveTo>
                <a:lnTo>
                  <a:pt x="281826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8BF0E-8AED-A7BC-110F-D7ABD2F5D964}"/>
              </a:ext>
            </a:extLst>
          </p:cNvPr>
          <p:cNvSpPr txBox="1"/>
          <p:nvPr/>
        </p:nvSpPr>
        <p:spPr>
          <a:xfrm>
            <a:off x="3716553" y="1213029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at breach of PDH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68C79F5-7A9D-45F9-8EBE-462D2D89297B}"/>
              </a:ext>
            </a:extLst>
          </p:cNvPr>
          <p:cNvSpPr/>
          <p:nvPr/>
        </p:nvSpPr>
        <p:spPr>
          <a:xfrm>
            <a:off x="1819073" y="2478238"/>
            <a:ext cx="5421061" cy="92583"/>
          </a:xfrm>
          <a:custGeom>
            <a:avLst/>
            <a:gdLst>
              <a:gd name="csX0" fmla="*/ 0 w 2818263"/>
              <a:gd name="csY0" fmla="*/ 0 h 0"/>
              <a:gd name="csX1" fmla="*/ 2818263 w 2818263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18263">
                <a:moveTo>
                  <a:pt x="0" y="0"/>
                </a:moveTo>
                <a:lnTo>
                  <a:pt x="281826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BCC4E4-BBCF-3F72-B4E8-CE02B2E4F15F}"/>
              </a:ext>
            </a:extLst>
          </p:cNvPr>
          <p:cNvSpPr txBox="1"/>
          <p:nvPr/>
        </p:nvSpPr>
        <p:spPr>
          <a:xfrm>
            <a:off x="3730199" y="2155197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at breach of IB High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B16F16-C3B1-547B-3A66-94F56CC30645}"/>
              </a:ext>
            </a:extLst>
          </p:cNvPr>
          <p:cNvSpPr txBox="1"/>
          <p:nvPr/>
        </p:nvSpPr>
        <p:spPr>
          <a:xfrm>
            <a:off x="3716552" y="2847570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after strong start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44AF229-ADFC-3ACE-FD80-FFFE353DD968}"/>
              </a:ext>
            </a:extLst>
          </p:cNvPr>
          <p:cNvSpPr/>
          <p:nvPr/>
        </p:nvSpPr>
        <p:spPr>
          <a:xfrm flipV="1">
            <a:off x="2402055" y="3385507"/>
            <a:ext cx="4824432" cy="348956"/>
          </a:xfrm>
          <a:custGeom>
            <a:avLst/>
            <a:gdLst>
              <a:gd name="csX0" fmla="*/ 0 w 2068749"/>
              <a:gd name="csY0" fmla="*/ 862519 h 862519"/>
              <a:gd name="csX1" fmla="*/ 862519 w 2068749"/>
              <a:gd name="csY1" fmla="*/ 0 h 862519"/>
              <a:gd name="csX2" fmla="*/ 2068749 w 2068749"/>
              <a:gd name="csY2" fmla="*/ 0 h 862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68749" h="862519">
                <a:moveTo>
                  <a:pt x="0" y="862519"/>
                </a:moveTo>
                <a:lnTo>
                  <a:pt x="862519" y="0"/>
                </a:lnTo>
                <a:lnTo>
                  <a:pt x="2068749" y="0"/>
                </a:lnTo>
              </a:path>
            </a:pathLst>
          </a:custGeom>
          <a:noFill/>
          <a:ln>
            <a:solidFill>
              <a:schemeClr val="tx1"/>
            </a:solidFill>
            <a:headEnd type="diamon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BF2DB7-204F-DCBE-01EF-538FC48F126F}"/>
              </a:ext>
            </a:extLst>
          </p:cNvPr>
          <p:cNvSpPr txBox="1"/>
          <p:nvPr/>
        </p:nvSpPr>
        <p:spPr>
          <a:xfrm>
            <a:off x="3702905" y="3385507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at 9:15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72E666C-A6E9-6034-6BBB-61A58AA7C810}"/>
              </a:ext>
            </a:extLst>
          </p:cNvPr>
          <p:cNvSpPr/>
          <p:nvPr/>
        </p:nvSpPr>
        <p:spPr>
          <a:xfrm flipV="1">
            <a:off x="2429349" y="3923444"/>
            <a:ext cx="4824432" cy="348956"/>
          </a:xfrm>
          <a:custGeom>
            <a:avLst/>
            <a:gdLst>
              <a:gd name="csX0" fmla="*/ 0 w 2068749"/>
              <a:gd name="csY0" fmla="*/ 862519 h 862519"/>
              <a:gd name="csX1" fmla="*/ 862519 w 2068749"/>
              <a:gd name="csY1" fmla="*/ 0 h 862519"/>
              <a:gd name="csX2" fmla="*/ 2068749 w 2068749"/>
              <a:gd name="csY2" fmla="*/ 0 h 862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68749" h="862519">
                <a:moveTo>
                  <a:pt x="0" y="862519"/>
                </a:moveTo>
                <a:lnTo>
                  <a:pt x="862519" y="0"/>
                </a:lnTo>
                <a:lnTo>
                  <a:pt x="2068749" y="0"/>
                </a:lnTo>
              </a:path>
            </a:pathLst>
          </a:custGeom>
          <a:noFill/>
          <a:ln>
            <a:solidFill>
              <a:schemeClr val="tx1"/>
            </a:solidFill>
            <a:headEnd type="diamon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0BA03-5AA7-58C4-6E4F-B69762DDE1F6}"/>
              </a:ext>
            </a:extLst>
          </p:cNvPr>
          <p:cNvSpPr txBox="1"/>
          <p:nvPr/>
        </p:nvSpPr>
        <p:spPr>
          <a:xfrm>
            <a:off x="3730199" y="3923444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at EOD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9B3F4C-2D6B-B7C5-0AD1-01F96BAF69D9}"/>
              </a:ext>
            </a:extLst>
          </p:cNvPr>
          <p:cNvSpPr txBox="1"/>
          <p:nvPr/>
        </p:nvSpPr>
        <p:spPr>
          <a:xfrm>
            <a:off x="8252163" y="877669"/>
            <a:ext cx="280479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Least Anticipation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Max Confirmation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2B3479-479B-C8FA-D260-2C6BBEB402EA}"/>
              </a:ext>
            </a:extLst>
          </p:cNvPr>
          <p:cNvSpPr txBox="1"/>
          <p:nvPr/>
        </p:nvSpPr>
        <p:spPr>
          <a:xfrm>
            <a:off x="8306754" y="5488580"/>
            <a:ext cx="2804799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Max Anticipation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Least Confirmation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4DA619A-4837-F5D7-9768-0D87C9EB32F9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9654563" y="1524000"/>
            <a:ext cx="54591" cy="396458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586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E9DB66-E525-7928-5856-DDE59179151C}"/>
              </a:ext>
            </a:extLst>
          </p:cNvPr>
          <p:cNvCxnSpPr>
            <a:cxnSpLocks/>
          </p:cNvCxnSpPr>
          <p:nvPr/>
        </p:nvCxnSpPr>
        <p:spPr>
          <a:xfrm>
            <a:off x="1482383" y="1461762"/>
            <a:ext cx="0" cy="404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0ADC2CC-D930-A98E-4E97-1CEAB2F50A38}"/>
              </a:ext>
            </a:extLst>
          </p:cNvPr>
          <p:cNvSpPr/>
          <p:nvPr/>
        </p:nvSpPr>
        <p:spPr>
          <a:xfrm>
            <a:off x="1284587" y="1915720"/>
            <a:ext cx="395591" cy="35862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A572E9-DEEC-9557-4653-F472C037FE81}"/>
              </a:ext>
            </a:extLst>
          </p:cNvPr>
          <p:cNvCxnSpPr>
            <a:cxnSpLocks/>
          </p:cNvCxnSpPr>
          <p:nvPr/>
        </p:nvCxnSpPr>
        <p:spPr>
          <a:xfrm>
            <a:off x="7099907" y="1461762"/>
            <a:ext cx="0" cy="404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DFFB13D-E801-BCA0-7EB0-E7A058720598}"/>
              </a:ext>
            </a:extLst>
          </p:cNvPr>
          <p:cNvSpPr/>
          <p:nvPr/>
        </p:nvSpPr>
        <p:spPr>
          <a:xfrm>
            <a:off x="6902111" y="1461762"/>
            <a:ext cx="395591" cy="35862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90BB1-9292-4D4E-4834-F4BEE832A8E3}"/>
              </a:ext>
            </a:extLst>
          </p:cNvPr>
          <p:cNvSpPr txBox="1"/>
          <p:nvPr/>
        </p:nvSpPr>
        <p:spPr>
          <a:xfrm>
            <a:off x="4179890" y="423199"/>
            <a:ext cx="3832220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Candle Without Wig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8E898-73D6-1E55-3294-785A06D17EE1}"/>
              </a:ext>
            </a:extLst>
          </p:cNvPr>
          <p:cNvSpPr/>
          <p:nvPr/>
        </p:nvSpPr>
        <p:spPr>
          <a:xfrm>
            <a:off x="6242909" y="1295949"/>
            <a:ext cx="5629531" cy="469808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324875-EB1C-2204-8B42-B5419109EF52}"/>
              </a:ext>
            </a:extLst>
          </p:cNvPr>
          <p:cNvSpPr/>
          <p:nvPr/>
        </p:nvSpPr>
        <p:spPr>
          <a:xfrm>
            <a:off x="613378" y="1295949"/>
            <a:ext cx="5629531" cy="469808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4EDA1D-A67A-9AFB-F312-1C578A0F0541}"/>
              </a:ext>
            </a:extLst>
          </p:cNvPr>
          <p:cNvSpPr txBox="1"/>
          <p:nvPr/>
        </p:nvSpPr>
        <p:spPr>
          <a:xfrm>
            <a:off x="1875976" y="3310364"/>
            <a:ext cx="3509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ysClr val="windowText" lastClr="000000"/>
                </a:solidFill>
              </a:rPr>
              <a:t>Bullish Price 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A347B-152F-5CC4-1445-05EB909D6503}"/>
              </a:ext>
            </a:extLst>
          </p:cNvPr>
          <p:cNvSpPr txBox="1"/>
          <p:nvPr/>
        </p:nvSpPr>
        <p:spPr>
          <a:xfrm>
            <a:off x="7632535" y="3310364"/>
            <a:ext cx="3509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ysClr val="windowText" lastClr="000000"/>
                </a:solidFill>
              </a:rPr>
              <a:t>Bearish Price Action</a:t>
            </a:r>
          </a:p>
        </p:txBody>
      </p:sp>
    </p:spTree>
    <p:extLst>
      <p:ext uri="{BB962C8B-B14F-4D97-AF65-F5344CB8AC3E}">
        <p14:creationId xmlns:p14="http://schemas.microsoft.com/office/powerpoint/2010/main" val="20839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46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Black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Patel</dc:creator>
  <cp:lastModifiedBy>Vivek Patel</cp:lastModifiedBy>
  <cp:revision>8</cp:revision>
  <dcterms:created xsi:type="dcterms:W3CDTF">2025-07-26T09:09:12Z</dcterms:created>
  <dcterms:modified xsi:type="dcterms:W3CDTF">2026-04-03T13:03:04Z</dcterms:modified>
</cp:coreProperties>
</file>